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310896" cy="310896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19751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Playbook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to the first 1,000 — then 10,000 — users.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·  UGC engine  ·  Influencers &amp; newsletters  ·  Growth ladder  ·  Budget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helps you apply.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helps you get noticed.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“Stop applying into the void. Prowl builds a personalized video pitch to the hiring manager — in your voice, about their company — in one click.”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63640" y="237744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10261E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unfair advantage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30175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product's output IS the ad.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37490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pitch video a user makes is a share-worthy artifact (“look what this made for me”). That's a rare product-led + content-led loop — lean into it.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AI made inboxes noise. Standing out needs a pattern-interrupt — and Gen Z already treats video as a resume.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WIN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B2C-led, with a B2B channel behind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706624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786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grads / early-career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98094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volume, most active on TikTok/IG, most willing to try a novel tool. Our beachhead.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706624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5786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layoff / “open to work”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98094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intent, story-driven, live in communities. Emotionally resonant content.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89704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361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switchers &amp; bootcamp grads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76402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pedigree → need differentiation → Prowl is their edge.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489704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361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/ visa seekers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476402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over-index on standing out. Underserved.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track (second): </a:t>
            </a:r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coaches &amp; resume writers (referral), bootcamps &amp; universities (cohort deals), creators as affiliates. Land these with B2C proof.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compounding growth loops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63347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8308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loop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3035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share pitch videos → viewers discover Prowl → sign up → share.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63347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40664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loop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3035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got hired with Prowl” testimonials → social proof → more signups.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41655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783080" y="4416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loop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83080" y="4818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friend 3 free hunts, get 3. In-product, compounds.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441655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406640" y="4416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loop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4818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Affiliates earn → post more → recruit other creators.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streams, shipped daily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Founder / brand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(or a face-of-brand) post daily. Home of the “you won't believe this tool” demo format. Build-in-public.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posts/day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AI-UGC at scale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2461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Mass-produce “creator talks about the tool” ads with Arcads / Creatify / Captions / HeyGen. 20–30 variants, kill losers in 48h.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5440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~$40–150/mo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Real UGC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32461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it: in-app share moment, “got the interview” testimonials, $50–100 bounties for 10k-view clips.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0" y="5440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trusted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as an experiment engine, not a broadcast: find the 1–2 hooks that pop, then pour fuel on winners.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CONCEPTS · HOOKS TO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 &amp; TikTok ideas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4261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14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“Applying is dead”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9900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stopped applying and did THIS instead” → screen-record the one-click pitch video.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64261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514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the void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9900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“200 applications, 0 replies. Then I sent this.” Ghosted inbox vs. a reply.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64261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514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“Genius or illegal?”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0" y="29900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the company research + mockup. “It researches them and mocks up what you'd build.”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1713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reacts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48646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Ex-recruiter creator rates an AI pitch video. Authentic + mild controversy = reach.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4206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51713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get hired (series)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48646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Serialized docu-loop using Prowl end-to-end. Ends on the real interview.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517136"/>
            <a:ext cx="164592" cy="164592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vs $500 coach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686800" y="48646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coach's advice to what Prowl does free. Value-framing.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5-beat reel (20–35s)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(0–2s)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11880" y="2386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Pattern-interrupt claim or visual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3026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(2–6s)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3044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void / rejection / silence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484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685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(6–12s)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Screen-record Prowl doing the magic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0682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(12–25s)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4361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video/pitch page on screen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9651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5001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(25–30s)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5020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“Link in bio, free to try”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2286000"/>
            <a:ext cx="4892040" cy="3703320"/>
          </a:xfrm>
          <a:prstGeom prst="roundRect">
            <a:avLst>
              <a:gd name="adj" fmla="val 2963"/>
            </a:avLst>
          </a:prstGeom>
          <a:solidFill>
            <a:srgbClr val="10261E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88036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“Okay this is either genius or illegal. I pasted my resume… clicked one button… and it made a personalized VIDEO pitch to the actual hiring manager — in my voice — and researched their product to mock up what I'd build for them. I'm not applying the normal way ever again. It's free, link in bio.”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AI-UGC tools (make 30 variants, not 30 creators)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natural AI UGC avatars — micro-expressions, gestures. Best for direct-response ad variants.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37744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Creatify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303580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URL → auto script + avatar + assembled ad. Great for volume.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81888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Talking-head + auto-captions + B-roll in one app. Ideal short-form.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4160520"/>
            <a:ext cx="5257800" cy="1572768"/>
          </a:xfrm>
          <a:prstGeom prst="roundRect">
            <a:avLst>
              <a:gd name="adj" fmla="val 697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HeyGen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81888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your stack — reuse the pipeline to spin ad variants at scale.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Play: 20–30 script variants (same CTA) → render → run as Spark Ads / Reels → kill losers in 48h, scale winners.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TARGETING · SEED FREE, PAY TO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spreads the 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Career creators (TikTok/IG)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Wonsulting (Javier/Lee) · @careervidz (4.6M) · @maxklymenko (9.1M) · @careercoachdarci · @hannahgetshired · @rob_cancilla · @carminemedia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AI-tool creators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40873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tools you need” roundup creators (10k–500k). Source via TikTok Creator Marketplace + #aitools. Native fit for our demo.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Founders / SaaS (X/LinkedIn)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53218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Lemkin (SaaStr) · Chris Walker · build-in-public: @levelsio, @marc_louvion, @arvidkahl. Amplification, not core.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Rates: </a:t>
            </a:r>
            <a:pPr indent="0" marL="0">
              <a:buNone/>
            </a:pPr>
            <a:r>
              <a:rPr lang="en-US" sz="12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career creators ~$150–800/post; mid $800–3k; AI-tool slots $200–1k. Always secure usage rights to re-run as paid Spark Ads.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&amp; EARNED REACH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Newsletters to sponsor · communities to seed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980944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803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Career/jobs-native (best fit): Hey Marketers, No CS Degree, NoCommute, Remote Age, HeyDesigner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730752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01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tech for scale: TLDR, Morning Brew, The Hustle — test one placement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7997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audited audiences + rates via Paved and SponsorGap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5230368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2978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placement with a unique promo/UTM code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980944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8803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Reddit: r/jobs, r/cscareerquestions, r/layoffs, r/EngineeringResumes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3730752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6301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(teamblind) — tech, high intent, layoff threads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4480560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37997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Slack: Tech404, Women in Tech Network (~70k), Elpha, layoff-support spaces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5230368"/>
            <a:ext cx="109728" cy="109728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12978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via thehiveindex.com. Rule: give 10x before you ask once.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1,000 → 10,000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(wk 0–3)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3502152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34015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in-app share moment + hashtag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4123944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40233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AI-UGC variants + 15 founder reels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745736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10–15 micro career creators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5367528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52669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 Reddit/Slack; prep Product Hunt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22860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1,000 (wk 3–8)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663440" y="3502152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34015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launch (top 3)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4123944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40233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posts/day; double down on winners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4745736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3" name="Text 21"/>
          <p:cNvSpPr/>
          <p:nvPr/>
        </p:nvSpPr>
        <p:spPr>
          <a:xfrm>
            <a:off x="4882896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Value-first community seeding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5367528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25" name="Text 23"/>
          <p:cNvSpPr/>
          <p:nvPr/>
        </p:nvSpPr>
        <p:spPr>
          <a:xfrm>
            <a:off x="4882896" y="52669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best clips: Spark Ads $20–50/day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2286000"/>
            <a:ext cx="3520440" cy="3703320"/>
          </a:xfrm>
          <a:prstGeom prst="roundRect">
            <a:avLst>
              <a:gd name="adj" fmla="val 3117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28529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 → 10k (mo 2–5)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412480" y="3502152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30" name="Text 28"/>
          <p:cNvSpPr/>
          <p:nvPr/>
        </p:nvSpPr>
        <p:spPr>
          <a:xfrm>
            <a:off x="8631936" y="340156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to scale top videos ($1–3k/mo)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12480" y="4123944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32" name="Text 30"/>
          <p:cNvSpPr/>
          <p:nvPr/>
        </p:nvSpPr>
        <p:spPr>
          <a:xfrm>
            <a:off x="8631936" y="402336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niche newsletter sponsors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12480" y="4745736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34" name="Text 32"/>
          <p:cNvSpPr/>
          <p:nvPr/>
        </p:nvSpPr>
        <p:spPr>
          <a:xfrm>
            <a:off x="8631936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→ 30–50; ambassador program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12480" y="5367528"/>
            <a:ext cx="100584" cy="100584"/>
          </a:xfrm>
          <a:prstGeom prst="ellipse">
            <a:avLst/>
          </a:prstGeom>
          <a:solidFill>
            <a:srgbClr val="34E5A3"/>
          </a:solidFill>
          <a:ln/>
        </p:spPr>
      </p:sp>
      <p:sp>
        <p:nvSpPr>
          <p:cNvPr id="36" name="Text 34"/>
          <p:cNvSpPr/>
          <p:nvPr/>
        </p:nvSpPr>
        <p:spPr>
          <a:xfrm>
            <a:off x="8631936" y="526694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B2B: coaches &amp; bootcamps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budget &amp; the 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78608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7860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$3–6k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month, lean 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2286000"/>
            <a:ext cx="2578608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257860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3–5/day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93592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videos shipped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2286000"/>
            <a:ext cx="2578608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257860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4224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= fix before spend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51976" y="2286000"/>
            <a:ext cx="2578608" cy="1691640"/>
          </a:xfrm>
          <a:prstGeom prst="roundRect">
            <a:avLst>
              <a:gd name="adj" fmla="val 6486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2578608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34856" y="3337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window for ad variants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0261E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North-star +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activated users (resume → pitch)  ·  share rate  ·  viral coefficient  ·  CAC by channel  ·  reply / interview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Spend: ~$1.5–3k paid amplification · $0.5–1.5k newsletters · $0.5–2k creators (mostly affiliate early) · ~$150–300 tooling.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· GTM Playbook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these first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1396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0200" y="206654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in-app share moment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243230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“share your Prowl video” + pre-filled caption/hashtag after render. The loop that makes everything compound.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369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00200" y="31638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“Made with Prowl” to pitch pages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35295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Tasteful, user-toggloable attribution on shared artifacts = your cheapest acquisition channel.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342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2611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the first 30 AI-UGC variants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462686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Arcads/Creatify (or HyperFrames/Descript) and batch the 6 hooks in this deck.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14211C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4315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53583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10 micro career creators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572414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Pro + affiliate link + a ready-made 30s demo clip. Low friction = more yes.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Prowl — the smartest job hunter in the world.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2026-07-09T22:47:53Z</dcterms:created>
  <dcterms:modified xsi:type="dcterms:W3CDTF">2026-07-09T22:47:53Z</dcterms:modified>
</cp:coreProperties>
</file>